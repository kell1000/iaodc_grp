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ood Order" id="{3853b95f-f94c-bbfc-5543-e89b9d52c139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Food Order compte cinq modules : Accueil, Restaurants, Panier, Favoris et Compte, soit 16 pages PHP.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Cinq entrées principales et leurs sous-pages, d'après le schéma de navigation.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À la racine : index.php et un dossier par module, puis css, js, images, config (database.php) et database (food_order.sql).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BRE">
    <p:bg>
      <p:bgPr>
        <a:solidFill>
          <a:srgbClr val="1F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B5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B5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Food Order</a:t>
            </a:r>
            <a:endParaRPr lang="en-US" sz="4000" dirty="0"/>
          </a:p>
        </p:txBody>
      </p:sp>
      <p:sp>
        <p:nvSpPr>
          <p:cNvPr id="3" name="Sous-titre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Application de commande de repas : 5 modules, 16 pages PHP</a:t>
            </a:r>
            <a:endParaRPr lang="en-US" sz="1800" dirty="0"/>
          </a:p>
        </p:txBody>
      </p:sp>
      <p:sp>
        <p:nvSpPr>
          <p:cNvPr id="4" name="Accueil carte"/>
          <p:cNvSpPr/>
          <p:nvPr/>
        </p:nvSpPr>
        <p:spPr>
          <a:xfrm>
            <a:off x="457200" y="1554480"/>
            <a:ext cx="1554480" cy="301752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Accueil cercle"/>
          <p:cNvSpPr/>
          <p:nvPr/>
        </p:nvSpPr>
        <p:spPr>
          <a:xfrm>
            <a:off x="868680" y="17830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Accueil icô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965960"/>
            <a:ext cx="365760" cy="365760"/>
          </a:xfrm>
          <a:prstGeom prst="rect">
            <a:avLst/>
          </a:prstGeom>
        </p:spPr>
      </p:pic>
      <p:sp>
        <p:nvSpPr>
          <p:cNvPr id="7" name="Accueil nom"/>
          <p:cNvSpPr txBox="1"/>
          <p:nvPr/>
        </p:nvSpPr>
        <p:spPr>
          <a:xfrm>
            <a:off x="457200" y="2606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Accueil</a:t>
            </a:r>
            <a:endParaRPr lang="en-US" sz="1800" dirty="0"/>
          </a:p>
        </p:txBody>
      </p:sp>
      <p:sp>
        <p:nvSpPr>
          <p:cNvPr id="8" name="Accueil nombre"/>
          <p:cNvSpPr txBox="1"/>
          <p:nvPr/>
        </p:nvSpPr>
        <p:spPr>
          <a:xfrm>
            <a:off x="457200" y="29718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9" name="Accueil libellé"/>
          <p:cNvSpPr txBox="1"/>
          <p:nvPr/>
        </p:nvSpPr>
        <p:spPr>
          <a:xfrm>
            <a:off x="457200" y="35935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page PHP</a:t>
            </a:r>
            <a:endParaRPr lang="en-US" sz="1400" dirty="0"/>
          </a:p>
        </p:txBody>
      </p:sp>
      <p:sp>
        <p:nvSpPr>
          <p:cNvPr id="10" name="Accueil dossier"/>
          <p:cNvSpPr txBox="1"/>
          <p:nvPr/>
        </p:nvSpPr>
        <p:spPr>
          <a:xfrm>
            <a:off x="457200" y="4023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index.php</a:t>
            </a:r>
            <a:endParaRPr lang="en-US" sz="1200" dirty="0"/>
          </a:p>
        </p:txBody>
      </p:sp>
      <p:sp>
        <p:nvSpPr>
          <p:cNvPr id="11" name="Restaurants carte"/>
          <p:cNvSpPr/>
          <p:nvPr/>
        </p:nvSpPr>
        <p:spPr>
          <a:xfrm>
            <a:off x="2125980" y="1554480"/>
            <a:ext cx="1554480" cy="301752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Restaurants cercle"/>
          <p:cNvSpPr/>
          <p:nvPr/>
        </p:nvSpPr>
        <p:spPr>
          <a:xfrm>
            <a:off x="2537460" y="17830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Restaurants icô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0340" y="1965960"/>
            <a:ext cx="365760" cy="365760"/>
          </a:xfrm>
          <a:prstGeom prst="rect">
            <a:avLst/>
          </a:prstGeom>
        </p:spPr>
      </p:pic>
      <p:sp>
        <p:nvSpPr>
          <p:cNvPr id="14" name="Restaurants nom"/>
          <p:cNvSpPr txBox="1"/>
          <p:nvPr/>
        </p:nvSpPr>
        <p:spPr>
          <a:xfrm>
            <a:off x="2125980" y="2606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Restaurants</a:t>
            </a:r>
            <a:endParaRPr lang="en-US" sz="1800" dirty="0"/>
          </a:p>
        </p:txBody>
      </p:sp>
      <p:sp>
        <p:nvSpPr>
          <p:cNvPr id="15" name="Restaurants nombre"/>
          <p:cNvSpPr txBox="1"/>
          <p:nvPr/>
        </p:nvSpPr>
        <p:spPr>
          <a:xfrm>
            <a:off x="2125980" y="29718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16" name="Restaurants libellé"/>
          <p:cNvSpPr txBox="1"/>
          <p:nvPr/>
        </p:nvSpPr>
        <p:spPr>
          <a:xfrm>
            <a:off x="2125980" y="35935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pages PHP</a:t>
            </a:r>
            <a:endParaRPr lang="en-US" sz="1400" dirty="0"/>
          </a:p>
        </p:txBody>
      </p:sp>
      <p:sp>
        <p:nvSpPr>
          <p:cNvPr id="17" name="Restaurants dossier"/>
          <p:cNvSpPr txBox="1"/>
          <p:nvPr/>
        </p:nvSpPr>
        <p:spPr>
          <a:xfrm>
            <a:off x="2125980" y="4023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restaurants/</a:t>
            </a:r>
            <a:endParaRPr lang="en-US" sz="1200" dirty="0"/>
          </a:p>
        </p:txBody>
      </p:sp>
      <p:sp>
        <p:nvSpPr>
          <p:cNvPr id="18" name="Panier carte"/>
          <p:cNvSpPr/>
          <p:nvPr/>
        </p:nvSpPr>
        <p:spPr>
          <a:xfrm>
            <a:off x="3794760" y="1554480"/>
            <a:ext cx="1554480" cy="301752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Panier cercle"/>
          <p:cNvSpPr/>
          <p:nvPr/>
        </p:nvSpPr>
        <p:spPr>
          <a:xfrm>
            <a:off x="4206240" y="178308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Panier icô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965960"/>
            <a:ext cx="365760" cy="365760"/>
          </a:xfrm>
          <a:prstGeom prst="rect">
            <a:avLst/>
          </a:prstGeom>
        </p:spPr>
      </p:pic>
      <p:sp>
        <p:nvSpPr>
          <p:cNvPr id="21" name="Panier nom"/>
          <p:cNvSpPr txBox="1"/>
          <p:nvPr/>
        </p:nvSpPr>
        <p:spPr>
          <a:xfrm>
            <a:off x="3794760" y="2606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Panier</a:t>
            </a:r>
            <a:endParaRPr lang="en-US" sz="1800" dirty="0"/>
          </a:p>
        </p:txBody>
      </p:sp>
      <p:sp>
        <p:nvSpPr>
          <p:cNvPr id="22" name="Panier nombre"/>
          <p:cNvSpPr txBox="1"/>
          <p:nvPr/>
        </p:nvSpPr>
        <p:spPr>
          <a:xfrm>
            <a:off x="3794760" y="29718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400" dirty="0"/>
          </a:p>
        </p:txBody>
      </p:sp>
      <p:sp>
        <p:nvSpPr>
          <p:cNvPr id="23" name="Panier libellé"/>
          <p:cNvSpPr txBox="1"/>
          <p:nvPr/>
        </p:nvSpPr>
        <p:spPr>
          <a:xfrm>
            <a:off x="3794760" y="35935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pages PHP</a:t>
            </a:r>
            <a:endParaRPr lang="en-US" sz="1400" dirty="0"/>
          </a:p>
        </p:txBody>
      </p:sp>
      <p:sp>
        <p:nvSpPr>
          <p:cNvPr id="24" name="Panier dossier"/>
          <p:cNvSpPr txBox="1"/>
          <p:nvPr/>
        </p:nvSpPr>
        <p:spPr>
          <a:xfrm>
            <a:off x="3794760" y="4023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panier/</a:t>
            </a:r>
            <a:endParaRPr lang="en-US" sz="1200" dirty="0"/>
          </a:p>
        </p:txBody>
      </p:sp>
      <p:sp>
        <p:nvSpPr>
          <p:cNvPr id="25" name="Favoris carte"/>
          <p:cNvSpPr/>
          <p:nvPr/>
        </p:nvSpPr>
        <p:spPr>
          <a:xfrm>
            <a:off x="5463540" y="1554480"/>
            <a:ext cx="1554480" cy="301752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Favoris cercle"/>
          <p:cNvSpPr/>
          <p:nvPr/>
        </p:nvSpPr>
        <p:spPr>
          <a:xfrm>
            <a:off x="5875020" y="1783080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7" name="Favoris icô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7900" y="1965960"/>
            <a:ext cx="365760" cy="365760"/>
          </a:xfrm>
          <a:prstGeom prst="rect">
            <a:avLst/>
          </a:prstGeom>
        </p:spPr>
      </p:pic>
      <p:sp>
        <p:nvSpPr>
          <p:cNvPr id="28" name="Favoris nom"/>
          <p:cNvSpPr txBox="1"/>
          <p:nvPr/>
        </p:nvSpPr>
        <p:spPr>
          <a:xfrm>
            <a:off x="5463540" y="2606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Favoris</a:t>
            </a:r>
            <a:endParaRPr lang="en-US" sz="1800" dirty="0"/>
          </a:p>
        </p:txBody>
      </p:sp>
      <p:sp>
        <p:nvSpPr>
          <p:cNvPr id="29" name="Favoris nombre"/>
          <p:cNvSpPr txBox="1"/>
          <p:nvPr/>
        </p:nvSpPr>
        <p:spPr>
          <a:xfrm>
            <a:off x="5463540" y="29718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30" name="Favoris libellé"/>
          <p:cNvSpPr txBox="1"/>
          <p:nvPr/>
        </p:nvSpPr>
        <p:spPr>
          <a:xfrm>
            <a:off x="5463540" y="35935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pages PHP</a:t>
            </a:r>
            <a:endParaRPr lang="en-US" sz="1400" dirty="0"/>
          </a:p>
        </p:txBody>
      </p:sp>
      <p:sp>
        <p:nvSpPr>
          <p:cNvPr id="31" name="Favoris dossier"/>
          <p:cNvSpPr txBox="1"/>
          <p:nvPr/>
        </p:nvSpPr>
        <p:spPr>
          <a:xfrm>
            <a:off x="5463540" y="4023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favoris/</a:t>
            </a:r>
            <a:endParaRPr lang="en-US" sz="1200" dirty="0"/>
          </a:p>
        </p:txBody>
      </p:sp>
      <p:sp>
        <p:nvSpPr>
          <p:cNvPr id="32" name="Compte carte"/>
          <p:cNvSpPr/>
          <p:nvPr/>
        </p:nvSpPr>
        <p:spPr>
          <a:xfrm>
            <a:off x="7132320" y="1554480"/>
            <a:ext cx="1554480" cy="301752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Compte cercle"/>
          <p:cNvSpPr/>
          <p:nvPr/>
        </p:nvSpPr>
        <p:spPr>
          <a:xfrm>
            <a:off x="7543800" y="1783080"/>
            <a:ext cx="731520" cy="7315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4" name="Compte icô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1965960"/>
            <a:ext cx="365760" cy="365760"/>
          </a:xfrm>
          <a:prstGeom prst="rect">
            <a:avLst/>
          </a:prstGeom>
        </p:spPr>
      </p:pic>
      <p:sp>
        <p:nvSpPr>
          <p:cNvPr id="35" name="Compte nom"/>
          <p:cNvSpPr txBox="1"/>
          <p:nvPr/>
        </p:nvSpPr>
        <p:spPr>
          <a:xfrm>
            <a:off x="7132320" y="2606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Compte</a:t>
            </a:r>
            <a:endParaRPr lang="en-US" sz="1800" dirty="0"/>
          </a:p>
        </p:txBody>
      </p:sp>
      <p:sp>
        <p:nvSpPr>
          <p:cNvPr id="36" name="Compte nombre"/>
          <p:cNvSpPr txBox="1"/>
          <p:nvPr/>
        </p:nvSpPr>
        <p:spPr>
          <a:xfrm>
            <a:off x="7132320" y="29718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37" name="Compte libellé"/>
          <p:cNvSpPr txBox="1"/>
          <p:nvPr/>
        </p:nvSpPr>
        <p:spPr>
          <a:xfrm>
            <a:off x="7132320" y="35935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pages PHP</a:t>
            </a:r>
            <a:endParaRPr lang="en-US" sz="1400" dirty="0"/>
          </a:p>
        </p:txBody>
      </p:sp>
      <p:sp>
        <p:nvSpPr>
          <p:cNvPr id="38" name="Compte dossier"/>
          <p:cNvSpPr txBox="1"/>
          <p:nvPr/>
        </p:nvSpPr>
        <p:spPr>
          <a:xfrm>
            <a:off x="7132320" y="4023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compte/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Arborescence de l'application</a:t>
            </a:r>
            <a:endParaRPr lang="en-US" sz="3600" dirty="0"/>
          </a:p>
        </p:txBody>
      </p:sp>
      <p:sp>
        <p:nvSpPr>
          <p:cNvPr id="3" name="Racine"/>
          <p:cNvSpPr/>
          <p:nvPr/>
        </p:nvSpPr>
        <p:spPr>
          <a:xfrm>
            <a:off x="3657600" y="1097280"/>
            <a:ext cx="1828800" cy="4572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Racine texte"/>
          <p:cNvSpPr txBox="1"/>
          <p:nvPr/>
        </p:nvSpPr>
        <p:spPr>
          <a:xfrm>
            <a:off x="3657600" y="1097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FOOD ORDER</a:t>
            </a:r>
            <a:endParaRPr lang="en-US" sz="1600" dirty="0"/>
          </a:p>
        </p:txBody>
      </p:sp>
      <p:sp>
        <p:nvSpPr>
          <p:cNvPr id="5" name="Trait racine"/>
          <p:cNvSpPr/>
          <p:nvPr/>
        </p:nvSpPr>
        <p:spPr>
          <a:xfrm>
            <a:off x="4572000" y="1554480"/>
            <a:ext cx="0" cy="18288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6" name="Trait horizontal"/>
          <p:cNvSpPr/>
          <p:nvPr/>
        </p:nvSpPr>
        <p:spPr>
          <a:xfrm>
            <a:off x="1234440" y="1737360"/>
            <a:ext cx="6675120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7" name="Accueil trait"/>
          <p:cNvSpPr/>
          <p:nvPr/>
        </p:nvSpPr>
        <p:spPr>
          <a:xfrm>
            <a:off x="1234440" y="1737360"/>
            <a:ext cx="0" cy="18288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8" name="Accueil entête"/>
          <p:cNvSpPr/>
          <p:nvPr/>
        </p:nvSpPr>
        <p:spPr>
          <a:xfrm>
            <a:off x="457200" y="1920240"/>
            <a:ext cx="1554480" cy="4572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Accueil titre"/>
          <p:cNvSpPr txBox="1"/>
          <p:nvPr/>
        </p:nvSpPr>
        <p:spPr>
          <a:xfrm>
            <a:off x="457200" y="1920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Accueil</a:t>
            </a:r>
            <a:endParaRPr lang="en-US" sz="1400" dirty="0"/>
          </a:p>
        </p:txBody>
      </p:sp>
      <p:sp>
        <p:nvSpPr>
          <p:cNvPr id="10" name="Accueil fil"/>
          <p:cNvSpPr/>
          <p:nvPr/>
        </p:nvSpPr>
        <p:spPr>
          <a:xfrm>
            <a:off x="566928" y="2377440"/>
            <a:ext cx="0" cy="164592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11" name="Recherche lien"/>
          <p:cNvSpPr/>
          <p:nvPr/>
        </p:nvSpPr>
        <p:spPr>
          <a:xfrm>
            <a:off x="566928" y="2706624"/>
            <a:ext cx="146304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12" name="Recherche boîte"/>
          <p:cNvSpPr/>
          <p:nvPr/>
        </p:nvSpPr>
        <p:spPr>
          <a:xfrm>
            <a:off x="713232" y="2514600"/>
            <a:ext cx="1298448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Recherche texte"/>
          <p:cNvSpPr txBox="1"/>
          <p:nvPr/>
        </p:nvSpPr>
        <p:spPr>
          <a:xfrm>
            <a:off x="713232" y="251460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Recherche</a:t>
            </a:r>
            <a:endParaRPr lang="en-US" sz="1200" dirty="0"/>
          </a:p>
        </p:txBody>
      </p:sp>
      <p:sp>
        <p:nvSpPr>
          <p:cNvPr id="14" name="Catégories lien"/>
          <p:cNvSpPr/>
          <p:nvPr/>
        </p:nvSpPr>
        <p:spPr>
          <a:xfrm>
            <a:off x="566928" y="3145536"/>
            <a:ext cx="146304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15" name="Catégories boîte"/>
          <p:cNvSpPr/>
          <p:nvPr/>
        </p:nvSpPr>
        <p:spPr>
          <a:xfrm>
            <a:off x="713232" y="2953512"/>
            <a:ext cx="1298448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Catégories texte"/>
          <p:cNvSpPr txBox="1"/>
          <p:nvPr/>
        </p:nvSpPr>
        <p:spPr>
          <a:xfrm>
            <a:off x="713232" y="2953512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Catégories</a:t>
            </a:r>
            <a:endParaRPr lang="en-US" sz="1200" dirty="0"/>
          </a:p>
        </p:txBody>
      </p:sp>
      <p:sp>
        <p:nvSpPr>
          <p:cNvPr id="17" name="Restaurants populaires lien"/>
          <p:cNvSpPr/>
          <p:nvPr/>
        </p:nvSpPr>
        <p:spPr>
          <a:xfrm>
            <a:off x="566928" y="3584448"/>
            <a:ext cx="146304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18" name="Restaurants populaires boîte"/>
          <p:cNvSpPr/>
          <p:nvPr/>
        </p:nvSpPr>
        <p:spPr>
          <a:xfrm>
            <a:off x="713232" y="3392424"/>
            <a:ext cx="1298448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Restaurants populaires texte"/>
          <p:cNvSpPr txBox="1"/>
          <p:nvPr/>
        </p:nvSpPr>
        <p:spPr>
          <a:xfrm>
            <a:off x="713232" y="3392424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Restaurants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populaires</a:t>
            </a:r>
            <a:endParaRPr lang="en-US" sz="1200" dirty="0"/>
          </a:p>
        </p:txBody>
      </p:sp>
      <p:sp>
        <p:nvSpPr>
          <p:cNvPr id="20" name="Promotions lien"/>
          <p:cNvSpPr/>
          <p:nvPr/>
        </p:nvSpPr>
        <p:spPr>
          <a:xfrm>
            <a:off x="566928" y="4023360"/>
            <a:ext cx="146304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21" name="Promotions boîte"/>
          <p:cNvSpPr/>
          <p:nvPr/>
        </p:nvSpPr>
        <p:spPr>
          <a:xfrm>
            <a:off x="713232" y="3831336"/>
            <a:ext cx="1298448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Promotions texte"/>
          <p:cNvSpPr txBox="1"/>
          <p:nvPr/>
        </p:nvSpPr>
        <p:spPr>
          <a:xfrm>
            <a:off x="713232" y="3831336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Promotions</a:t>
            </a:r>
            <a:endParaRPr lang="en-US" sz="1200" dirty="0"/>
          </a:p>
        </p:txBody>
      </p:sp>
      <p:sp>
        <p:nvSpPr>
          <p:cNvPr id="23" name="Restaurants trait"/>
          <p:cNvSpPr/>
          <p:nvPr/>
        </p:nvSpPr>
        <p:spPr>
          <a:xfrm>
            <a:off x="2903220" y="1737360"/>
            <a:ext cx="0" cy="18288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24" name="Restaurants entête"/>
          <p:cNvSpPr/>
          <p:nvPr/>
        </p:nvSpPr>
        <p:spPr>
          <a:xfrm>
            <a:off x="2125980" y="1920240"/>
            <a:ext cx="1554480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Restaurants titre"/>
          <p:cNvSpPr txBox="1"/>
          <p:nvPr/>
        </p:nvSpPr>
        <p:spPr>
          <a:xfrm>
            <a:off x="2125980" y="1920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Restaurants</a:t>
            </a:r>
            <a:endParaRPr lang="en-US" sz="1400" dirty="0"/>
          </a:p>
        </p:txBody>
      </p:sp>
      <p:sp>
        <p:nvSpPr>
          <p:cNvPr id="26" name="Restaurants fil"/>
          <p:cNvSpPr/>
          <p:nvPr/>
        </p:nvSpPr>
        <p:spPr>
          <a:xfrm>
            <a:off x="2235708" y="2377440"/>
            <a:ext cx="0" cy="2084832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27" name="Liste des restaurants lien"/>
          <p:cNvSpPr/>
          <p:nvPr/>
        </p:nvSpPr>
        <p:spPr>
          <a:xfrm>
            <a:off x="2235708" y="2706624"/>
            <a:ext cx="146304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28" name="Liste des restaurants boîte"/>
          <p:cNvSpPr/>
          <p:nvPr/>
        </p:nvSpPr>
        <p:spPr>
          <a:xfrm>
            <a:off x="2382012" y="2514600"/>
            <a:ext cx="1298448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Liste des restaurants texte"/>
          <p:cNvSpPr txBox="1"/>
          <p:nvPr/>
        </p:nvSpPr>
        <p:spPr>
          <a:xfrm>
            <a:off x="2382012" y="251460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Liste des restaurants</a:t>
            </a:r>
            <a:endParaRPr lang="en-US" sz="1100" dirty="0"/>
          </a:p>
        </p:txBody>
      </p:sp>
      <p:sp>
        <p:nvSpPr>
          <p:cNvPr id="30" name="Restaurant lien"/>
          <p:cNvSpPr/>
          <p:nvPr/>
        </p:nvSpPr>
        <p:spPr>
          <a:xfrm>
            <a:off x="2235708" y="3145536"/>
            <a:ext cx="146304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31" name="Restaurant boîte"/>
          <p:cNvSpPr/>
          <p:nvPr/>
        </p:nvSpPr>
        <p:spPr>
          <a:xfrm>
            <a:off x="2382012" y="2953512"/>
            <a:ext cx="1298448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Restaurant texte"/>
          <p:cNvSpPr txBox="1"/>
          <p:nvPr/>
        </p:nvSpPr>
        <p:spPr>
          <a:xfrm>
            <a:off x="2382012" y="2953512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Restaurant</a:t>
            </a:r>
            <a:endParaRPr lang="en-US" sz="1200" dirty="0"/>
          </a:p>
        </p:txBody>
      </p:sp>
      <p:sp>
        <p:nvSpPr>
          <p:cNvPr id="33" name="Informations lien"/>
          <p:cNvSpPr/>
          <p:nvPr/>
        </p:nvSpPr>
        <p:spPr>
          <a:xfrm>
            <a:off x="2235708" y="3584448"/>
            <a:ext cx="283464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34" name="Informations boîte"/>
          <p:cNvSpPr/>
          <p:nvPr/>
        </p:nvSpPr>
        <p:spPr>
          <a:xfrm>
            <a:off x="2519172" y="3392424"/>
            <a:ext cx="1161288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5" name="Informations texte"/>
          <p:cNvSpPr txBox="1"/>
          <p:nvPr/>
        </p:nvSpPr>
        <p:spPr>
          <a:xfrm>
            <a:off x="2519172" y="3392424"/>
            <a:ext cx="1161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Informations</a:t>
            </a:r>
            <a:endParaRPr lang="en-US" sz="1200" dirty="0"/>
          </a:p>
        </p:txBody>
      </p:sp>
      <p:sp>
        <p:nvSpPr>
          <p:cNvPr id="36" name="Menu lien"/>
          <p:cNvSpPr/>
          <p:nvPr/>
        </p:nvSpPr>
        <p:spPr>
          <a:xfrm>
            <a:off x="2235708" y="4023360"/>
            <a:ext cx="283464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37" name="Menu boîte"/>
          <p:cNvSpPr/>
          <p:nvPr/>
        </p:nvSpPr>
        <p:spPr>
          <a:xfrm>
            <a:off x="2519172" y="3831336"/>
            <a:ext cx="1161288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8" name="Menu texte"/>
          <p:cNvSpPr txBox="1"/>
          <p:nvPr/>
        </p:nvSpPr>
        <p:spPr>
          <a:xfrm>
            <a:off x="2519172" y="3831336"/>
            <a:ext cx="1161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Menu</a:t>
            </a:r>
            <a:endParaRPr lang="en-US" sz="1200" dirty="0"/>
          </a:p>
        </p:txBody>
      </p:sp>
      <p:sp>
        <p:nvSpPr>
          <p:cNvPr id="39" name="Avis lien"/>
          <p:cNvSpPr/>
          <p:nvPr/>
        </p:nvSpPr>
        <p:spPr>
          <a:xfrm>
            <a:off x="2235708" y="4462272"/>
            <a:ext cx="283464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40" name="Avis boîte"/>
          <p:cNvSpPr/>
          <p:nvPr/>
        </p:nvSpPr>
        <p:spPr>
          <a:xfrm>
            <a:off x="2519172" y="4270248"/>
            <a:ext cx="1161288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1" name="Avis texte"/>
          <p:cNvSpPr txBox="1"/>
          <p:nvPr/>
        </p:nvSpPr>
        <p:spPr>
          <a:xfrm>
            <a:off x="2519172" y="4270248"/>
            <a:ext cx="1161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Avis</a:t>
            </a:r>
            <a:endParaRPr lang="en-US" sz="1200" dirty="0"/>
          </a:p>
        </p:txBody>
      </p:sp>
      <p:sp>
        <p:nvSpPr>
          <p:cNvPr id="42" name="Panier trait"/>
          <p:cNvSpPr/>
          <p:nvPr/>
        </p:nvSpPr>
        <p:spPr>
          <a:xfrm>
            <a:off x="4572000" y="1737360"/>
            <a:ext cx="0" cy="18288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43" name="Panier entête"/>
          <p:cNvSpPr/>
          <p:nvPr/>
        </p:nvSpPr>
        <p:spPr>
          <a:xfrm>
            <a:off x="3794760" y="1920240"/>
            <a:ext cx="1554480" cy="4572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4" name="Panier titre"/>
          <p:cNvSpPr txBox="1"/>
          <p:nvPr/>
        </p:nvSpPr>
        <p:spPr>
          <a:xfrm>
            <a:off x="3794760" y="1920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Panier</a:t>
            </a:r>
            <a:endParaRPr lang="en-US" sz="1400" dirty="0"/>
          </a:p>
        </p:txBody>
      </p:sp>
      <p:sp>
        <p:nvSpPr>
          <p:cNvPr id="45" name="Panier fil"/>
          <p:cNvSpPr/>
          <p:nvPr/>
        </p:nvSpPr>
        <p:spPr>
          <a:xfrm>
            <a:off x="3904488" y="2377440"/>
            <a:ext cx="0" cy="164592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46" name="Commande lien"/>
          <p:cNvSpPr/>
          <p:nvPr/>
        </p:nvSpPr>
        <p:spPr>
          <a:xfrm>
            <a:off x="3904488" y="2706624"/>
            <a:ext cx="146304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47" name="Commande boîte"/>
          <p:cNvSpPr/>
          <p:nvPr/>
        </p:nvSpPr>
        <p:spPr>
          <a:xfrm>
            <a:off x="4050792" y="2514600"/>
            <a:ext cx="1298448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8" name="Commande texte"/>
          <p:cNvSpPr txBox="1"/>
          <p:nvPr/>
        </p:nvSpPr>
        <p:spPr>
          <a:xfrm>
            <a:off x="4050792" y="251460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Commande</a:t>
            </a:r>
            <a:endParaRPr lang="en-US" sz="1200" dirty="0"/>
          </a:p>
        </p:txBody>
      </p:sp>
      <p:sp>
        <p:nvSpPr>
          <p:cNvPr id="49" name="Paiement lien"/>
          <p:cNvSpPr/>
          <p:nvPr/>
        </p:nvSpPr>
        <p:spPr>
          <a:xfrm>
            <a:off x="3904488" y="3145536"/>
            <a:ext cx="237744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50" name="Paiement boîte"/>
          <p:cNvSpPr/>
          <p:nvPr/>
        </p:nvSpPr>
        <p:spPr>
          <a:xfrm>
            <a:off x="4142232" y="2953512"/>
            <a:ext cx="1207008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1" name="Paiement texte"/>
          <p:cNvSpPr txBox="1"/>
          <p:nvPr/>
        </p:nvSpPr>
        <p:spPr>
          <a:xfrm>
            <a:off x="4142232" y="2953512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Paiement</a:t>
            </a:r>
            <a:endParaRPr lang="en-US" sz="1200" dirty="0"/>
          </a:p>
        </p:txBody>
      </p:sp>
      <p:sp>
        <p:nvSpPr>
          <p:cNvPr id="52" name="Livraison lien"/>
          <p:cNvSpPr/>
          <p:nvPr/>
        </p:nvSpPr>
        <p:spPr>
          <a:xfrm>
            <a:off x="3904488" y="3584448"/>
            <a:ext cx="329184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53" name="Livraison boîte"/>
          <p:cNvSpPr/>
          <p:nvPr/>
        </p:nvSpPr>
        <p:spPr>
          <a:xfrm>
            <a:off x="4233672" y="3392424"/>
            <a:ext cx="1115568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4" name="Livraison texte"/>
          <p:cNvSpPr txBox="1"/>
          <p:nvPr/>
        </p:nvSpPr>
        <p:spPr>
          <a:xfrm>
            <a:off x="4233672" y="3392424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Livraison</a:t>
            </a:r>
            <a:endParaRPr lang="en-US" sz="1200" dirty="0"/>
          </a:p>
        </p:txBody>
      </p:sp>
      <p:sp>
        <p:nvSpPr>
          <p:cNvPr id="55" name="Suivi lien"/>
          <p:cNvSpPr/>
          <p:nvPr/>
        </p:nvSpPr>
        <p:spPr>
          <a:xfrm>
            <a:off x="3904488" y="4023360"/>
            <a:ext cx="420624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56" name="Suivi boîte"/>
          <p:cNvSpPr/>
          <p:nvPr/>
        </p:nvSpPr>
        <p:spPr>
          <a:xfrm>
            <a:off x="4325112" y="3831336"/>
            <a:ext cx="1024128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7" name="Suivi texte"/>
          <p:cNvSpPr txBox="1"/>
          <p:nvPr/>
        </p:nvSpPr>
        <p:spPr>
          <a:xfrm>
            <a:off x="4325112" y="3831336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Suivi</a:t>
            </a:r>
            <a:endParaRPr lang="en-US" sz="1200" dirty="0"/>
          </a:p>
        </p:txBody>
      </p:sp>
      <p:sp>
        <p:nvSpPr>
          <p:cNvPr id="58" name="Favoris trait"/>
          <p:cNvSpPr/>
          <p:nvPr/>
        </p:nvSpPr>
        <p:spPr>
          <a:xfrm>
            <a:off x="6240780" y="1737360"/>
            <a:ext cx="0" cy="18288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59" name="Favoris entête"/>
          <p:cNvSpPr/>
          <p:nvPr/>
        </p:nvSpPr>
        <p:spPr>
          <a:xfrm>
            <a:off x="5463540" y="1920240"/>
            <a:ext cx="1554480" cy="45720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0" name="Favoris titre"/>
          <p:cNvSpPr txBox="1"/>
          <p:nvPr/>
        </p:nvSpPr>
        <p:spPr>
          <a:xfrm>
            <a:off x="5463540" y="1920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Favoris</a:t>
            </a:r>
            <a:endParaRPr lang="en-US" sz="1400" dirty="0"/>
          </a:p>
        </p:txBody>
      </p:sp>
      <p:sp>
        <p:nvSpPr>
          <p:cNvPr id="61" name="Favoris fil"/>
          <p:cNvSpPr/>
          <p:nvPr/>
        </p:nvSpPr>
        <p:spPr>
          <a:xfrm>
            <a:off x="5573268" y="2377440"/>
            <a:ext cx="0" cy="768096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62" name="Restaurants favoris lien"/>
          <p:cNvSpPr/>
          <p:nvPr/>
        </p:nvSpPr>
        <p:spPr>
          <a:xfrm>
            <a:off x="5573268" y="2706624"/>
            <a:ext cx="146304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63" name="Restaurants favoris boîte"/>
          <p:cNvSpPr/>
          <p:nvPr/>
        </p:nvSpPr>
        <p:spPr>
          <a:xfrm>
            <a:off x="5719572" y="2514600"/>
            <a:ext cx="1298448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4" name="Restaurants favoris texte"/>
          <p:cNvSpPr txBox="1"/>
          <p:nvPr/>
        </p:nvSpPr>
        <p:spPr>
          <a:xfrm>
            <a:off x="5719572" y="251460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Restaurants favoris</a:t>
            </a:r>
            <a:endParaRPr lang="en-US" sz="1200" dirty="0"/>
          </a:p>
        </p:txBody>
      </p:sp>
      <p:sp>
        <p:nvSpPr>
          <p:cNvPr id="65" name="Plats favoris lien"/>
          <p:cNvSpPr/>
          <p:nvPr/>
        </p:nvSpPr>
        <p:spPr>
          <a:xfrm>
            <a:off x="5573268" y="3145536"/>
            <a:ext cx="146304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66" name="Plats favoris boîte"/>
          <p:cNvSpPr/>
          <p:nvPr/>
        </p:nvSpPr>
        <p:spPr>
          <a:xfrm>
            <a:off x="5719572" y="2953512"/>
            <a:ext cx="1298448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7" name="Plats favoris texte"/>
          <p:cNvSpPr txBox="1"/>
          <p:nvPr/>
        </p:nvSpPr>
        <p:spPr>
          <a:xfrm>
            <a:off x="5719572" y="2953512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Plats favoris</a:t>
            </a:r>
            <a:endParaRPr lang="en-US" sz="1200" dirty="0"/>
          </a:p>
        </p:txBody>
      </p:sp>
      <p:sp>
        <p:nvSpPr>
          <p:cNvPr id="68" name="Compte trait"/>
          <p:cNvSpPr/>
          <p:nvPr/>
        </p:nvSpPr>
        <p:spPr>
          <a:xfrm>
            <a:off x="7909560" y="1737360"/>
            <a:ext cx="0" cy="18288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69" name="Compte entête"/>
          <p:cNvSpPr/>
          <p:nvPr/>
        </p:nvSpPr>
        <p:spPr>
          <a:xfrm>
            <a:off x="7132320" y="1920240"/>
            <a:ext cx="1554480" cy="45720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0" name="Compte titre"/>
          <p:cNvSpPr txBox="1"/>
          <p:nvPr/>
        </p:nvSpPr>
        <p:spPr>
          <a:xfrm>
            <a:off x="7132320" y="1920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Compte</a:t>
            </a:r>
            <a:endParaRPr lang="en-US" sz="1400" dirty="0"/>
          </a:p>
        </p:txBody>
      </p:sp>
      <p:sp>
        <p:nvSpPr>
          <p:cNvPr id="71" name="Compte fil"/>
          <p:cNvSpPr/>
          <p:nvPr/>
        </p:nvSpPr>
        <p:spPr>
          <a:xfrm>
            <a:off x="7242048" y="2377440"/>
            <a:ext cx="0" cy="164592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72" name="Connexion lien"/>
          <p:cNvSpPr/>
          <p:nvPr/>
        </p:nvSpPr>
        <p:spPr>
          <a:xfrm>
            <a:off x="7242048" y="2706624"/>
            <a:ext cx="146304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73" name="Connexion boîte"/>
          <p:cNvSpPr/>
          <p:nvPr/>
        </p:nvSpPr>
        <p:spPr>
          <a:xfrm>
            <a:off x="7388352" y="2514600"/>
            <a:ext cx="1298448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4" name="Connexion texte"/>
          <p:cNvSpPr txBox="1"/>
          <p:nvPr/>
        </p:nvSpPr>
        <p:spPr>
          <a:xfrm>
            <a:off x="7388352" y="251460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Connexion</a:t>
            </a:r>
            <a:endParaRPr lang="en-US" sz="1200" dirty="0"/>
          </a:p>
        </p:txBody>
      </p:sp>
      <p:sp>
        <p:nvSpPr>
          <p:cNvPr id="75" name="Inscription lien"/>
          <p:cNvSpPr/>
          <p:nvPr/>
        </p:nvSpPr>
        <p:spPr>
          <a:xfrm>
            <a:off x="7242048" y="3145536"/>
            <a:ext cx="146304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76" name="Inscription boîte"/>
          <p:cNvSpPr/>
          <p:nvPr/>
        </p:nvSpPr>
        <p:spPr>
          <a:xfrm>
            <a:off x="7388352" y="2953512"/>
            <a:ext cx="1298448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7" name="Inscription texte"/>
          <p:cNvSpPr txBox="1"/>
          <p:nvPr/>
        </p:nvSpPr>
        <p:spPr>
          <a:xfrm>
            <a:off x="7388352" y="2953512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Inscription</a:t>
            </a:r>
            <a:endParaRPr lang="en-US" sz="1200" dirty="0"/>
          </a:p>
        </p:txBody>
      </p:sp>
      <p:sp>
        <p:nvSpPr>
          <p:cNvPr id="78" name="Profil lien"/>
          <p:cNvSpPr/>
          <p:nvPr/>
        </p:nvSpPr>
        <p:spPr>
          <a:xfrm>
            <a:off x="7242048" y="3584448"/>
            <a:ext cx="146304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79" name="Profil boîte"/>
          <p:cNvSpPr/>
          <p:nvPr/>
        </p:nvSpPr>
        <p:spPr>
          <a:xfrm>
            <a:off x="7388352" y="3392424"/>
            <a:ext cx="1298448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0" name="Profil texte"/>
          <p:cNvSpPr txBox="1"/>
          <p:nvPr/>
        </p:nvSpPr>
        <p:spPr>
          <a:xfrm>
            <a:off x="7388352" y="3392424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Profil</a:t>
            </a:r>
            <a:endParaRPr lang="en-US" sz="1200" dirty="0"/>
          </a:p>
        </p:txBody>
      </p:sp>
      <p:sp>
        <p:nvSpPr>
          <p:cNvPr id="81" name="Déconnexion lien"/>
          <p:cNvSpPr/>
          <p:nvPr/>
        </p:nvSpPr>
        <p:spPr>
          <a:xfrm>
            <a:off x="7242048" y="4023360"/>
            <a:ext cx="146304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82" name="Déconnexion boîte"/>
          <p:cNvSpPr/>
          <p:nvPr/>
        </p:nvSpPr>
        <p:spPr>
          <a:xfrm>
            <a:off x="7388352" y="3831336"/>
            <a:ext cx="1298448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3" name="Déconnexion texte"/>
          <p:cNvSpPr txBox="1"/>
          <p:nvPr/>
        </p:nvSpPr>
        <p:spPr>
          <a:xfrm>
            <a:off x="7388352" y="3831336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Déconnexion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B5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Fichiers à créer</a:t>
            </a:r>
            <a:endParaRPr lang="en-US" sz="3600" dirty="0"/>
          </a:p>
        </p:txBody>
      </p:sp>
      <p:sp>
        <p:nvSpPr>
          <p:cNvPr id="3" name="Panneau arbre"/>
          <p:cNvSpPr/>
          <p:nvPr/>
        </p:nvSpPr>
        <p:spPr>
          <a:xfrm>
            <a:off x="457200" y="1280160"/>
            <a:ext cx="4846320" cy="3291840"/>
          </a:xfrm>
          <a:prstGeom prst="roundRect">
            <a:avLst>
              <a:gd name="adj" fmla="val 277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Arbre des dossiers"/>
          <p:cNvSpPr txBox="1"/>
          <p:nvPr/>
        </p:nvSpPr>
        <p:spPr>
          <a:xfrm>
            <a:off x="731520" y="1371600"/>
            <a:ext cx="43891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FOOD-ORDER/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index.php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restaurants/   3 pages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panier/        5 pages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favoris/       3 pages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compte/        4 pages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css/style.css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js/script.js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images/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logo.png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restaurants/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plats/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promotions/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config/database.php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database/food_order.sql</a:t>
            </a:r>
            <a:endParaRPr lang="en-US" sz="1200" dirty="0"/>
          </a:p>
        </p:txBody>
      </p:sp>
      <p:sp>
        <p:nvSpPr>
          <p:cNvPr id="5" name="Chiffre modules"/>
          <p:cNvSpPr txBox="1"/>
          <p:nvPr/>
        </p:nvSpPr>
        <p:spPr>
          <a:xfrm>
            <a:off x="5760720" y="137160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400" dirty="0"/>
          </a:p>
        </p:txBody>
      </p:sp>
      <p:sp>
        <p:nvSpPr>
          <p:cNvPr id="6" name="Libellé modules"/>
          <p:cNvSpPr txBox="1"/>
          <p:nvPr/>
        </p:nvSpPr>
        <p:spPr>
          <a:xfrm>
            <a:off x="6949440" y="13716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modules</a:t>
            </a:r>
            <a:endParaRPr lang="en-US" sz="1800" dirty="0"/>
          </a:p>
        </p:txBody>
      </p:sp>
      <p:sp>
        <p:nvSpPr>
          <p:cNvPr id="7" name="Chiffre pages PHP"/>
          <p:cNvSpPr txBox="1"/>
          <p:nvPr/>
        </p:nvSpPr>
        <p:spPr>
          <a:xfrm>
            <a:off x="5760720" y="24688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5400" dirty="0"/>
          </a:p>
        </p:txBody>
      </p:sp>
      <p:sp>
        <p:nvSpPr>
          <p:cNvPr id="8" name="Libellé pages PHP"/>
          <p:cNvSpPr txBox="1"/>
          <p:nvPr/>
        </p:nvSpPr>
        <p:spPr>
          <a:xfrm>
            <a:off x="6949440" y="24688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pages PHP</a:t>
            </a:r>
            <a:endParaRPr lang="en-US" sz="1800" dirty="0"/>
          </a:p>
        </p:txBody>
      </p:sp>
      <p:sp>
        <p:nvSpPr>
          <p:cNvPr id="9" name="Chiffre dossiers"/>
          <p:cNvSpPr txBox="1"/>
          <p:nvPr/>
        </p:nvSpPr>
        <p:spPr>
          <a:xfrm>
            <a:off x="5760720" y="356616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5400" dirty="0"/>
          </a:p>
        </p:txBody>
      </p:sp>
      <p:sp>
        <p:nvSpPr>
          <p:cNvPr id="10" name="Libellé dossiers"/>
          <p:cNvSpPr txBox="1"/>
          <p:nvPr/>
        </p:nvSpPr>
        <p:spPr>
          <a:xfrm>
            <a:off x="6949440" y="35661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dossiers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B5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od Order">
  <a:themeElements>
    <a:clrScheme name="Food Order">
      <a:dk1>
        <a:srgbClr val="1F1612"/>
      </a:dk1>
      <a:lt1>
        <a:srgbClr val="FFFFFF"/>
      </a:lt1>
      <a:dk2>
        <a:srgbClr val="B93A0F"/>
      </a:dk2>
      <a:lt2>
        <a:srgbClr val="FDF2EC"/>
      </a:lt2>
      <a:accent1>
        <a:srgbClr val="E85D1F"/>
      </a:accent1>
      <a:accent2>
        <a:srgbClr val="E08E0B"/>
      </a:accent2>
      <a:accent3>
        <a:srgbClr val="2E7D32"/>
      </a:accent3>
      <a:accent4>
        <a:srgbClr val="D6336C"/>
      </a:accent4>
      <a:accent5>
        <a:srgbClr val="1565C0"/>
      </a:accent5>
      <a:accent6>
        <a:srgbClr val="6B5B53"/>
      </a:accent6>
      <a:hlink>
        <a:srgbClr val="1565C0"/>
      </a:hlink>
      <a:folHlink>
        <a:srgbClr val="6B5B53"/>
      </a:folHlink>
    </a:clrScheme>
    <a:fontScheme name="Food Ord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 Order - Présentation</dc:title>
  <dc:subject>PptxGenJS Presentation</dc:subject>
  <dc:creator>PptxGenJS</dc:creator>
  <cp:lastModifiedBy>PptxGenJS</cp:lastModifiedBy>
  <cp:revision>1</cp:revision>
  <dcterms:created xsi:type="dcterms:W3CDTF">2026-10-05T10:51:31Z</dcterms:created>
  <dcterms:modified xsi:type="dcterms:W3CDTF">2026-10-05T10:51:31Z</dcterms:modified>
</cp:coreProperties>
</file>